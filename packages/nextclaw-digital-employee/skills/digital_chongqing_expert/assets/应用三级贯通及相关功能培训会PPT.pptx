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3134974" r:id="rId2"/>
  </p:sldIdLst>
  <p:sldSz cx="12192000" cy="6858000"/>
  <p:notesSz cx="7099300" cy="10234613"/>
  <p:embeddedFontLst>
    <p:embeddedFont>
      <p:font typeface="Abadi" panose="020B0604020104020204" pitchFamily="34" charset="0"/>
      <p:regular r:id="rId5"/>
    </p:embeddedFont>
  </p:embeddedFontLst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邵阳" initials="邵" lastIdx="2" clrIdx="0"/>
  <p:cmAuthor id="1" name="sun jane" initials="sj" lastIdx="2" clrIdx="0"/>
  <p:cmAuthor id="2" name="lihong" initials="l" lastIdx="1" clrIdx="1"/>
  <p:cmAuthor id="3" name="Author" initials="A" lastIdx="0" clrIdx="2"/>
  <p:cmAuthor id="4" name="方鹤" initials="方鹤" lastIdx="2" clrIdx="3"/>
  <p:cmAuthor id="5" name="pengyu.chenpy" initials="p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9E"/>
    <a:srgbClr val="035CAC"/>
    <a:srgbClr val="0070C0"/>
    <a:srgbClr val="6096E6"/>
    <a:srgbClr val="718AC7"/>
    <a:srgbClr val="5E75BA"/>
    <a:srgbClr val="00478C"/>
    <a:srgbClr val="DBEBF6"/>
    <a:srgbClr val="7FB7DF"/>
    <a:srgbClr val="16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3" autoAdjust="0"/>
    <p:restoredTop sz="90960" autoAdjust="0"/>
  </p:normalViewPr>
  <p:slideViewPr>
    <p:cSldViewPr>
      <p:cViewPr>
        <p:scale>
          <a:sx n="66" d="100"/>
          <a:sy n="66" d="100"/>
        </p:scale>
        <p:origin x="984" y="5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2550" y="10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4606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8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2784" y="0"/>
            <a:ext cx="3184606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85"/>
            </a:lvl1pPr>
          </a:lstStyle>
          <a:p>
            <a:fld id="{0F9B84EA-7D68-4D60-9CB1-D50884785D1C}" type="datetimeFigureOut">
              <a:rPr lang="zh-CN" altLang="en-US" smtClean="0"/>
              <a:t>2025/6/27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4606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8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2784" y="10879875"/>
            <a:ext cx="3184606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8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D2A48B96-639E-45A3-A0BA-2464DFDB1FAA}" type="datetimeFigureOut">
              <a:rPr lang="zh-CN" altLang="en-US" smtClean="0"/>
              <a:t>2025/6/27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B0552-F0DE-46C5-A0A2-348A9E9AA1E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latin typeface="Abadi" panose="020B0604020104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latin typeface="Abadi" panose="020B06040201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>
                <a:latin typeface="Abadi" panose="020B0604020104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 err="1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latin typeface="Abadi" panose="020B0604020104020204" pitchFamily="34" charset="0"/>
              </a:defRPr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latin typeface="Abadi" panose="020B0604020104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latin typeface="Abadi" panose="020B0604020104020204" pitchFamily="34" charset="0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latin typeface="Abadi" panose="020B0604020104020204" pitchFamily="34" charset="0"/>
              </a:defRPr>
            </a:lvl1pPr>
            <a:lvl2pPr marL="685800" indent="-228600">
              <a:defRPr spc="300">
                <a:latin typeface="Abadi" panose="020B0604020104020204" pitchFamily="34" charset="0"/>
              </a:defRPr>
            </a:lvl2pPr>
            <a:lvl3pPr marL="1143000" indent="-228600">
              <a:defRPr spc="300">
                <a:latin typeface="Abadi" panose="020B0604020104020204" pitchFamily="34" charset="0"/>
              </a:defRPr>
            </a:lvl3pPr>
            <a:lvl4pPr marL="1600200" indent="-228600">
              <a:defRPr spc="300">
                <a:latin typeface="Abadi" panose="020B0604020104020204" pitchFamily="34" charset="0"/>
              </a:defRPr>
            </a:lvl4pPr>
            <a:lvl5pPr marL="2057400" indent="-228600">
              <a:defRPr spc="300">
                <a:latin typeface="Abadi" panose="020B0604020104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latin typeface="Abadi" panose="020B0604020104020204" pitchFamily="34" charset="0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latin typeface="Abadi" panose="020B0604020104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badi" panose="020B0604020104020204" pitchFamily="34" charset="0"/>
                <a:ea typeface="微软雅黑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badi" panose="020B0604020104020204" pitchFamily="34" charset="0"/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badi" panose="020B0604020104020204" pitchFamily="34" charset="0"/>
                <a:ea typeface="微软雅黑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40005" y="0"/>
            <a:ext cx="12151995" cy="6858000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badi" panose="020B0604020104020204" pitchFamily="34" charset="0"/>
          <a:ea typeface="微软雅黑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badi" panose="020B0604020104020204" pitchFamily="34" charset="0"/>
          <a:ea typeface="微软雅黑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badi" panose="020B0604020104020204" pitchFamily="34" charset="0"/>
          <a:ea typeface="微软雅黑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badi" panose="020B0604020104020204" pitchFamily="34" charset="0"/>
          <a:ea typeface="微软雅黑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badi" panose="020B0604020104020204" pitchFamily="34" charset="0"/>
          <a:ea typeface="微软雅黑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badi" panose="020B0604020104020204" pitchFamily="34" charset="0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两江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0730" cy="685800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436971" y="4161155"/>
            <a:ext cx="4071668" cy="76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cs typeface="苹方 中等" panose="020B0400000000000000" charset="-122"/>
                <a:sym typeface="+mn-ea"/>
              </a:rPr>
              <a:t>重庆市住房城乡建委</a:t>
            </a:r>
            <a:endParaRPr lang="en-US" altLang="zh-CN" sz="2000" dirty="0">
              <a:solidFill>
                <a:srgbClr val="0070C0"/>
              </a:solidFill>
              <a:latin typeface="+mn-ea"/>
              <a:cs typeface="苹方 中等" panose="020B0400000000000000" charset="-122"/>
              <a:sym typeface="+mn-ea"/>
            </a:endParaRPr>
          </a:p>
          <a:p>
            <a:pPr indent="0" algn="ctr">
              <a:lnSpc>
                <a:spcPct val="130000"/>
              </a:lnSpc>
            </a:pPr>
            <a:r>
              <a:rPr lang="zh-CN" sz="1600" dirty="0">
                <a:solidFill>
                  <a:srgbClr val="0070C0"/>
                </a:solidFill>
                <a:latin typeface="+mn-ea"/>
                <a:cs typeface="苹方 中等" panose="020B0400000000000000" charset="-122"/>
                <a:sym typeface="+mn-ea"/>
              </a:rPr>
              <a:t>202</a:t>
            </a:r>
            <a:r>
              <a:rPr lang="en-US" altLang="zh-CN" sz="1600" dirty="0">
                <a:solidFill>
                  <a:srgbClr val="0070C0"/>
                </a:solidFill>
                <a:latin typeface="+mn-ea"/>
                <a:cs typeface="苹方 中等" panose="020B0400000000000000" charset="-122"/>
                <a:sym typeface="+mn-ea"/>
              </a:rPr>
              <a:t>5</a:t>
            </a:r>
            <a:r>
              <a:rPr lang="zh-CN" sz="1600" dirty="0">
                <a:solidFill>
                  <a:srgbClr val="0070C0"/>
                </a:solidFill>
                <a:latin typeface="+mn-ea"/>
                <a:cs typeface="苹方 中等" panose="020B0400000000000000" charset="-122"/>
                <a:sym typeface="+mn-ea"/>
              </a:rPr>
              <a:t>年</a:t>
            </a:r>
            <a:r>
              <a:rPr lang="en-US" altLang="zh-CN" sz="1600" dirty="0">
                <a:solidFill>
                  <a:srgbClr val="0070C0"/>
                </a:solidFill>
                <a:latin typeface="+mn-ea"/>
                <a:cs typeface="苹方 中等" panose="020B0400000000000000" charset="-122"/>
                <a:sym typeface="+mn-ea"/>
              </a:rPr>
              <a:t>6</a:t>
            </a:r>
            <a:r>
              <a:rPr lang="zh-CN" sz="1600" dirty="0">
                <a:solidFill>
                  <a:srgbClr val="0070C0"/>
                </a:solidFill>
                <a:latin typeface="+mn-ea"/>
                <a:cs typeface="苹方 中等" panose="020B0400000000000000" charset="-122"/>
                <a:sym typeface="+mn-ea"/>
              </a:rPr>
              <a:t>月</a:t>
            </a:r>
            <a:endParaRPr lang="zh-CN" altLang="en-US" sz="1600" dirty="0">
              <a:solidFill>
                <a:srgbClr val="0070C0"/>
              </a:solidFill>
              <a:latin typeface="+mn-ea"/>
              <a:cs typeface="苹方 中等" panose="020B04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3470" y="1988820"/>
            <a:ext cx="7138670" cy="15425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rgbClr val="0070C0"/>
                </a:solidFill>
                <a:effectLst/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 </a:t>
            </a:r>
            <a:r>
              <a:rPr lang="en-US" altLang="zh-CN" sz="4000" b="1" dirty="0">
                <a:solidFill>
                  <a:srgbClr val="0070C0"/>
                </a:solidFill>
                <a:effectLst/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 </a:t>
            </a:r>
            <a:r>
              <a:rPr lang="zh-CN" altLang="en-US" sz="3600" b="1" dirty="0">
                <a:solidFill>
                  <a:srgbClr val="0070C0"/>
                </a:solidFill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“政务</a:t>
            </a:r>
            <a:r>
              <a:rPr lang="en-US" altLang="zh-CN" sz="3600" b="1" dirty="0">
                <a:solidFill>
                  <a:srgbClr val="0070C0"/>
                </a:solidFill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·</a:t>
            </a:r>
            <a:r>
              <a:rPr lang="zh-CN" altLang="en-US" sz="3600" b="1" kern="500" dirty="0">
                <a:solidFill>
                  <a:srgbClr val="0070C0"/>
                </a:solidFill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两江四岸整体提升</a:t>
            </a:r>
            <a:r>
              <a:rPr lang="zh-CN" altLang="en-US" sz="3600" b="1" dirty="0">
                <a:solidFill>
                  <a:srgbClr val="0070C0"/>
                </a:solidFill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”</a:t>
            </a:r>
            <a:endParaRPr lang="en-US" altLang="zh-CN" sz="3600" b="1" kern="500" dirty="0">
              <a:solidFill>
                <a:srgbClr val="0070C0"/>
              </a:solidFill>
              <a:latin typeface="+mn-ea"/>
              <a:cs typeface="PingFang SC Semibold" panose="020B0400000000000000" charset="-122"/>
              <a:sym typeface="汉仪雅酷黑简" panose="00020600040101010101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kern="500" dirty="0">
                <a:solidFill>
                  <a:srgbClr val="0070C0"/>
                </a:solidFill>
                <a:latin typeface="+mn-ea"/>
                <a:cs typeface="PingFang SC Semibold" panose="020B0400000000000000" charset="-122"/>
                <a:sym typeface="汉仪雅酷黑简" panose="00020600040101010101" charset="-122"/>
              </a:rPr>
              <a:t>应用三级贯通及相关功能培训会</a:t>
            </a:r>
            <a:endParaRPr lang="en-US" altLang="zh-CN" sz="3600" b="1" kern="500" dirty="0">
              <a:solidFill>
                <a:srgbClr val="0070C0"/>
              </a:solidFill>
              <a:latin typeface="+mn-ea"/>
              <a:cs typeface="PingFang SC Semibold" panose="020B0400000000000000" charset="-122"/>
              <a:sym typeface="汉仪雅酷黑简" panose="0002060004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873108" y="3924000"/>
            <a:ext cx="3199395" cy="9115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RlZjMyMzBhMjRhMDkzNGU2OWY1NmFlYmY4ZDFiMmUifQ=="/>
  <p:tag name="RESOURCE_RECORD_KEY" val="{&quot;70&quot;:[3314360,332383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</Words>
  <Application>Microsoft Office PowerPoint</Application>
  <PresentationFormat>宽屏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Abadi</vt:lpstr>
      <vt:lpstr>Calibri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崇莉 王</cp:lastModifiedBy>
  <cp:revision>2823</cp:revision>
  <cp:lastPrinted>2025-06-12T09:13:03Z</cp:lastPrinted>
  <dcterms:created xsi:type="dcterms:W3CDTF">2025-06-12T09:13:03Z</dcterms:created>
  <dcterms:modified xsi:type="dcterms:W3CDTF">2025-06-27T08:21:49Z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322BED81DF70E184F6944A686F9C4680_43</vt:lpwstr>
  </property>
</Properties>
</file>